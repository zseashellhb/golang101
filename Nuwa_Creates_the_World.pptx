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illustration prompt:</a:t>
            </a:r>
          </a:p>
          <a:p>
            <a:r>
              <a:t>A cute children's-book cover illustration of the Chinese goddess Nüwa, with rainbow stones in her hands, smiling kindly, surrounded by little clay people, warm watercolor style, soft pastel colors.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illustration prompt:</a:t>
            </a:r>
          </a:p>
          <a:p>
            <a:r>
              <a:t>A cute child on a stage waving hello to the audience, warm watercolor children's-book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illustration prompt:</a:t>
            </a:r>
          </a:p>
          <a:p>
            <a:r>
              <a:t>A cracked sky with fire and water pouring out and small cartoon monsters, dramatic but kid-friendly, watercolor children's-book illustration.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illustration prompt:</a:t>
            </a:r>
          </a:p>
          <a:p>
            <a:r>
              <a:t>The goddess Nüwa flying in the sky, holding glowing rainbow stones, mending a cracked sky, soft pastel watercolor style for children.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illustration prompt:</a:t>
            </a:r>
          </a:p>
          <a:p>
            <a:r>
              <a:t>A peaceful landscape with rivers, mountains, flowers and butterflies, with Nüwa sitting alone looking thoughtful, warm children's-book watercolor.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illustration prompt:</a:t>
            </a:r>
          </a:p>
          <a:p>
            <a:r>
              <a:t>Nüwa kneeling by a river, gently shaping a small clay figure in her hands, soft golden light, cute children's-book illustration.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illustration prompt:</a:t>
            </a:r>
          </a:p>
          <a:p>
            <a:r>
              <a:t>Tiny clay children magically coming to life, laughing and playing, sparkles around them, warm and joyful watercolor scene.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illustration prompt:</a:t>
            </a:r>
          </a:p>
          <a:p>
            <a:r>
              <a:t>Nüwa joyfully swinging a rope through clay, droplets turning into many tiny happy people in the air, playful children's-book illustration.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illustration prompt:</a:t>
            </a:r>
          </a:p>
          <a:p>
            <a:r>
              <a:t>Nüwa as a warm, loving mother figure surrounded by smiling children of different ages, soft glowing light, gentle watercolor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illustration prompt:</a:t>
            </a:r>
          </a:p>
          <a:p>
            <a:r>
              <a:t>A happy child waving and smiling on a stage with stars and confetti, warm and bright watercolor children's-book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914400"/>
            <a:ext cx="914400" cy="914400"/>
          </a:xfrm>
          <a:prstGeom prst="ellipse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1188720"/>
            <a:ext cx="731520" cy="731520"/>
          </a:xfrm>
          <a:prstGeom prst="ellipse">
            <a:avLst/>
          </a:prstGeom>
          <a:solidFill>
            <a:srgbClr val="7AB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5943600"/>
            <a:ext cx="640080" cy="64008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6126480"/>
            <a:ext cx="914400" cy="914400"/>
          </a:xfrm>
          <a:prstGeom prst="ellipse">
            <a:avLst/>
          </a:prstGeom>
          <a:solidFill>
            <a:srgbClr val="FF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70248" y="13716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>
                <a:latin typeface="Segoe UI Emoji"/>
              </a:rPr>
              <a:t>🌈✨🌍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A0332C"/>
                </a:solidFill>
                <a:latin typeface="Microsoft YaHei"/>
              </a:rPr>
              <a:t>女娲造人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F4E79"/>
                </a:solidFill>
                <a:latin typeface="Microsoft YaHei"/>
              </a:rPr>
              <a:t>Nüwa Creates the World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332A1F"/>
                </a:solidFill>
                <a:latin typeface="Microsoft YaHei"/>
              </a:rPr>
              <a:t>A Children's English Speech  ·  儿童英语演讲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A0332C"/>
                </a:solidFill>
                <a:latin typeface="Microsoft YaHei"/>
              </a:rPr>
              <a:t>打招呼 · 提问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Microsoft YaHei"/>
              </a:rPr>
              <a:t>Greeting &amp;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2800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103120"/>
            <a:ext cx="4206240" cy="4206240"/>
          </a:xfrm>
          <a:prstGeom prst="ellipse">
            <a:avLst/>
          </a:prstGeom>
          <a:solidFill>
            <a:srgbClr val="FFE09A"/>
          </a:solidFill>
          <a:ln w="38100">
            <a:solidFill>
              <a:srgbClr val="E8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0">
                <a:latin typeface="Segoe UI Emoji"/>
              </a:rPr>
              <a:t>👋😊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82880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Calibri"/>
              </a:rPr>
              <a:t>Hello, everyone!</a:t>
            </a:r>
          </a:p>
          <a:p>
            <a:pPr algn="l"/>
            <a:r>
              <a:rPr sz="2400" b="1">
                <a:solidFill>
                  <a:srgbClr val="1F4E79"/>
                </a:solidFill>
                <a:latin typeface="Calibri"/>
              </a:rPr>
              <a:t>Do you know who made the first people?</a:t>
            </a:r>
          </a:p>
          <a:p>
            <a:pPr algn="l"/>
            <a:r>
              <a:rPr sz="2400" b="1">
                <a:solidFill>
                  <a:srgbClr val="1F4E79"/>
                </a:solidFill>
                <a:latin typeface="Calibri"/>
              </a:rPr>
              <a:t>Let me tell you a very old Chinese 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11480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A0332C"/>
                </a:solidFill>
                <a:latin typeface="Microsoft YaHei"/>
              </a:rPr>
              <a:t>大家好！</a:t>
            </a:r>
          </a:p>
          <a:p>
            <a:pPr algn="l"/>
            <a:r>
              <a:rPr sz="2400" b="1">
                <a:solidFill>
                  <a:srgbClr val="A0332C"/>
                </a:solidFill>
                <a:latin typeface="Microsoft YaHei"/>
              </a:rPr>
              <a:t>你们知道是谁造了第一批人吗？</a:t>
            </a:r>
          </a:p>
          <a:p>
            <a:pPr algn="l"/>
            <a:r>
              <a:rPr sz="2400" b="1">
                <a:solidFill>
                  <a:srgbClr val="A0332C"/>
                </a:solidFill>
                <a:latin typeface="Microsoft YaHei"/>
              </a:rPr>
              <a:t>让我来给大家讲一个很古老的中国故事。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A0332C"/>
                </a:solidFill>
                <a:latin typeface="Microsoft YaHei"/>
              </a:rPr>
              <a:t>天空破了 · 世界大乱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Microsoft YaHei"/>
              </a:rPr>
              <a:t>The Sky Broke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2800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103120"/>
            <a:ext cx="4206240" cy="4206240"/>
          </a:xfrm>
          <a:prstGeom prst="ellipse">
            <a:avLst/>
          </a:prstGeom>
          <a:solidFill>
            <a:srgbClr val="FFE09A"/>
          </a:solidFill>
          <a:ln w="38100">
            <a:solidFill>
              <a:srgbClr val="E8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0">
                <a:latin typeface="Segoe UI Emoji"/>
              </a:rPr>
              <a:t>⛈️🔥🐉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82880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Calibri"/>
              </a:rPr>
              <a:t>A long time ago, the sky broke!</a:t>
            </a:r>
          </a:p>
          <a:p>
            <a:pPr algn="l"/>
            <a:r>
              <a:rPr sz="2400" b="1">
                <a:solidFill>
                  <a:srgbClr val="1F4E79"/>
                </a:solidFill>
                <a:latin typeface="Calibri"/>
              </a:rPr>
              <a:t>Fire, water, and monsters came out.</a:t>
            </a:r>
          </a:p>
          <a:p>
            <a:pPr algn="l"/>
            <a:r>
              <a:rPr sz="2400" b="1">
                <a:solidFill>
                  <a:srgbClr val="1F4E79"/>
                </a:solidFill>
                <a:latin typeface="Calibri"/>
              </a:rPr>
              <a:t>The world was in big trouble.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11480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A0332C"/>
                </a:solidFill>
                <a:latin typeface="Microsoft YaHei"/>
              </a:rPr>
              <a:t>很久以前，天破了！</a:t>
            </a:r>
          </a:p>
          <a:p>
            <a:pPr algn="l"/>
            <a:r>
              <a:rPr sz="2400" b="1">
                <a:solidFill>
                  <a:srgbClr val="A0332C"/>
                </a:solidFill>
                <a:latin typeface="Microsoft YaHei"/>
              </a:rPr>
              <a:t>火、水和怪物都跑了出来。</a:t>
            </a:r>
          </a:p>
          <a:p>
            <a:pPr algn="l"/>
            <a:r>
              <a:rPr sz="2400" b="1">
                <a:solidFill>
                  <a:srgbClr val="A0332C"/>
                </a:solidFill>
                <a:latin typeface="Microsoft YaHei"/>
              </a:rPr>
              <a:t>世界陷入了大麻烦。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A0332C"/>
                </a:solidFill>
                <a:latin typeface="Microsoft YaHei"/>
              </a:rPr>
              <a:t>女娲补天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Microsoft YaHei"/>
              </a:rPr>
              <a:t>Nüwa Fixes the Sky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2800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103120"/>
            <a:ext cx="4206240" cy="4206240"/>
          </a:xfrm>
          <a:prstGeom prst="ellipse">
            <a:avLst/>
          </a:prstGeom>
          <a:solidFill>
            <a:srgbClr val="FFE09A"/>
          </a:solidFill>
          <a:ln w="38100">
            <a:solidFill>
              <a:srgbClr val="E8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0">
                <a:latin typeface="Segoe UI Emoji"/>
              </a:rPr>
              <a:t>🌈💎🪡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82880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Calibri"/>
              </a:rPr>
              <a:t>A kind goddess named Nüwa wanted to help.</a:t>
            </a:r>
          </a:p>
          <a:p>
            <a:pPr algn="l"/>
            <a:r>
              <a:rPr sz="2400" b="1">
                <a:solidFill>
                  <a:srgbClr val="1F4E79"/>
                </a:solidFill>
                <a:latin typeface="Calibri"/>
              </a:rPr>
              <a:t>She fixed the sky with colorful stones.</a:t>
            </a:r>
          </a:p>
          <a:p>
            <a:pPr algn="l"/>
            <a:r>
              <a:rPr sz="2400" b="1">
                <a:solidFill>
                  <a:srgbClr val="1F4E79"/>
                </a:solidFill>
                <a:latin typeface="Calibri"/>
              </a:rPr>
              <a:t>Then she made rivers and mountains calm down.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11480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A0332C"/>
                </a:solidFill>
                <a:latin typeface="Microsoft YaHei"/>
              </a:rPr>
              <a:t>善良的女娲想要帮忙。</a:t>
            </a:r>
          </a:p>
          <a:p>
            <a:pPr algn="l"/>
            <a:r>
              <a:rPr sz="2400" b="1">
                <a:solidFill>
                  <a:srgbClr val="A0332C"/>
                </a:solidFill>
                <a:latin typeface="Microsoft YaHei"/>
              </a:rPr>
              <a:t>她用五彩石修补了天空。</a:t>
            </a:r>
          </a:p>
          <a:p>
            <a:pPr algn="l"/>
            <a:r>
              <a:rPr sz="2400" b="1">
                <a:solidFill>
                  <a:srgbClr val="A0332C"/>
                </a:solidFill>
                <a:latin typeface="Microsoft YaHei"/>
              </a:rPr>
              <a:t>然后让河流和山脉平静下来。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A0332C"/>
                </a:solidFill>
                <a:latin typeface="Microsoft YaHei"/>
              </a:rPr>
              <a:t>世界又美丽了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Microsoft YaHei"/>
              </a:rPr>
              <a:t>The World Was Beautiful Again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2800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103120"/>
            <a:ext cx="4206240" cy="4206240"/>
          </a:xfrm>
          <a:prstGeom prst="ellipse">
            <a:avLst/>
          </a:prstGeom>
          <a:solidFill>
            <a:srgbClr val="FFE09A"/>
          </a:solidFill>
          <a:ln w="38100">
            <a:solidFill>
              <a:srgbClr val="E8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0">
                <a:latin typeface="Segoe UI Emoji"/>
              </a:rPr>
              <a:t>🏞️🌸🦋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82880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Calibri"/>
              </a:rPr>
              <a:t>The world was beautiful again.</a:t>
            </a:r>
          </a:p>
          <a:p>
            <a:pPr algn="l"/>
            <a:r>
              <a:rPr sz="2400" b="1">
                <a:solidFill>
                  <a:srgbClr val="1F4E79"/>
                </a:solidFill>
                <a:latin typeface="Calibri"/>
              </a:rPr>
              <a:t>But Nüwa felt lonely.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11480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A0332C"/>
                </a:solidFill>
                <a:latin typeface="Microsoft YaHei"/>
              </a:rPr>
              <a:t>世界又变得美丽了。</a:t>
            </a:r>
          </a:p>
          <a:p>
            <a:pPr algn="l"/>
            <a:r>
              <a:rPr sz="2400" b="1">
                <a:solidFill>
                  <a:srgbClr val="A0332C"/>
                </a:solidFill>
                <a:latin typeface="Microsoft YaHei"/>
              </a:rPr>
              <a:t>但是女娲感到孤独。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A0332C"/>
                </a:solidFill>
                <a:latin typeface="Microsoft YaHei"/>
              </a:rPr>
              <a:t>黄土造人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Microsoft YaHei"/>
              </a:rPr>
              <a:t>Yellow Clay by the River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2800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103120"/>
            <a:ext cx="4206240" cy="4206240"/>
          </a:xfrm>
          <a:prstGeom prst="ellipse">
            <a:avLst/>
          </a:prstGeom>
          <a:solidFill>
            <a:srgbClr val="FFE09A"/>
          </a:solidFill>
          <a:ln w="38100">
            <a:solidFill>
              <a:srgbClr val="E8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0">
                <a:latin typeface="Segoe UI Emoji"/>
              </a:rPr>
              <a:t>🏞️🟡🤲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82880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Calibri"/>
              </a:rPr>
              <a:t>She went to a river and picked up some yellow clay.</a:t>
            </a:r>
          </a:p>
          <a:p>
            <a:pPr algn="l"/>
            <a:r>
              <a:rPr sz="2400" b="1">
                <a:solidFill>
                  <a:srgbClr val="1F4E79"/>
                </a:solidFill>
                <a:latin typeface="Calibri"/>
              </a:rPr>
              <a:t>She made little clay figures —</a:t>
            </a:r>
          </a:p>
          <a:p>
            <a:pPr algn="l"/>
            <a:r>
              <a:rPr sz="2400" b="1">
                <a:solidFill>
                  <a:srgbClr val="1F4E79"/>
                </a:solidFill>
                <a:latin typeface="Calibri"/>
              </a:rPr>
              <a:t>like you and me!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11480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A0332C"/>
                </a:solidFill>
                <a:latin typeface="Microsoft YaHei"/>
              </a:rPr>
              <a:t>她走到河边，拿起一些黄土。</a:t>
            </a:r>
          </a:p>
          <a:p>
            <a:pPr algn="l"/>
            <a:r>
              <a:rPr sz="2400" b="1">
                <a:solidFill>
                  <a:srgbClr val="A0332C"/>
                </a:solidFill>
                <a:latin typeface="Microsoft YaHei"/>
              </a:rPr>
              <a:t>她捏了小泥人 ——</a:t>
            </a:r>
          </a:p>
          <a:p>
            <a:pPr algn="l"/>
            <a:r>
              <a:rPr sz="2400" b="1">
                <a:solidFill>
                  <a:srgbClr val="A0332C"/>
                </a:solidFill>
                <a:latin typeface="Microsoft YaHei"/>
              </a:rPr>
              <a:t>就像你和我一样！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A0332C"/>
                </a:solidFill>
                <a:latin typeface="Microsoft YaHei"/>
              </a:rPr>
              <a:t>小泥人活了！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Microsoft YaHei"/>
              </a:rPr>
              <a:t>They Came Alive!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2800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103120"/>
            <a:ext cx="4206240" cy="4206240"/>
          </a:xfrm>
          <a:prstGeom prst="ellipse">
            <a:avLst/>
          </a:prstGeom>
          <a:solidFill>
            <a:srgbClr val="FFE09A"/>
          </a:solidFill>
          <a:ln w="38100">
            <a:solidFill>
              <a:srgbClr val="E8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0">
                <a:latin typeface="Segoe UI Emoji"/>
              </a:rPr>
              <a:t>🧒👧✨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82880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Calibri"/>
              </a:rPr>
              <a:t>She gave them arms, legs, and faces.</a:t>
            </a:r>
          </a:p>
          <a:p>
            <a:pPr algn="l"/>
            <a:r>
              <a:rPr sz="2400" b="1">
                <a:solidFill>
                  <a:srgbClr val="1F4E79"/>
                </a:solidFill>
                <a:latin typeface="Calibri"/>
              </a:rPr>
              <a:t>Then they came alive!</a:t>
            </a:r>
          </a:p>
          <a:p>
            <a:pPr algn="l"/>
            <a:r>
              <a:rPr sz="2400" b="1">
                <a:solidFill>
                  <a:srgbClr val="1F4E79"/>
                </a:solidFill>
                <a:latin typeface="Calibri"/>
              </a:rPr>
              <a:t>They could talk, laugh, and play.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11480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A0332C"/>
                </a:solidFill>
                <a:latin typeface="Microsoft YaHei"/>
              </a:rPr>
              <a:t>她给他们手臂、腿和脸。</a:t>
            </a:r>
          </a:p>
          <a:p>
            <a:pPr algn="l"/>
            <a:r>
              <a:rPr sz="2400" b="1">
                <a:solidFill>
                  <a:srgbClr val="A0332C"/>
                </a:solidFill>
                <a:latin typeface="Microsoft YaHei"/>
              </a:rPr>
              <a:t>然后他们就活了！</a:t>
            </a:r>
          </a:p>
          <a:p>
            <a:pPr algn="l"/>
            <a:r>
              <a:rPr sz="2400" b="1">
                <a:solidFill>
                  <a:srgbClr val="A0332C"/>
                </a:solidFill>
                <a:latin typeface="Microsoft YaHei"/>
              </a:rPr>
              <a:t>他们会说话、笑和玩耍。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A0332C"/>
                </a:solidFill>
                <a:latin typeface="Microsoft YaHei"/>
              </a:rPr>
              <a:t>绳子甩泥 · 造更多人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Microsoft YaHei"/>
              </a:rPr>
              <a:t>The Rope and the Clay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2800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103120"/>
            <a:ext cx="4206240" cy="4206240"/>
          </a:xfrm>
          <a:prstGeom prst="ellipse">
            <a:avLst/>
          </a:prstGeom>
          <a:solidFill>
            <a:srgbClr val="FFE09A"/>
          </a:solidFill>
          <a:ln w="38100">
            <a:solidFill>
              <a:srgbClr val="E8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0">
                <a:latin typeface="Segoe UI Emoji"/>
              </a:rPr>
              <a:t>🪢💦👨‍👩‍👧‍👦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82880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Calibri"/>
              </a:rPr>
              <a:t>Making people one by one was too slow.</a:t>
            </a:r>
          </a:p>
          <a:p>
            <a:pPr algn="l"/>
            <a:r>
              <a:rPr sz="2400" b="1">
                <a:solidFill>
                  <a:srgbClr val="1F4E79"/>
                </a:solidFill>
                <a:latin typeface="Calibri"/>
              </a:rPr>
              <a:t>So she put a rope in the clay and swung it.</a:t>
            </a:r>
          </a:p>
          <a:p>
            <a:pPr algn="l"/>
            <a:r>
              <a:rPr sz="2400" b="1">
                <a:solidFill>
                  <a:srgbClr val="1F4E79"/>
                </a:solidFill>
                <a:latin typeface="Calibri"/>
              </a:rPr>
              <a:t>More and more little people were made!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11480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A0332C"/>
                </a:solidFill>
                <a:latin typeface="Microsoft YaHei"/>
              </a:rPr>
              <a:t>一个一个造人太慢了。</a:t>
            </a:r>
          </a:p>
          <a:p>
            <a:pPr algn="l"/>
            <a:r>
              <a:rPr sz="2400" b="1">
                <a:solidFill>
                  <a:srgbClr val="A0332C"/>
                </a:solidFill>
                <a:latin typeface="Microsoft YaHei"/>
              </a:rPr>
              <a:t>于是她把绳子放进泥水里甩起来。</a:t>
            </a:r>
          </a:p>
          <a:p>
            <a:pPr algn="l"/>
            <a:r>
              <a:rPr sz="2400" b="1">
                <a:solidFill>
                  <a:srgbClr val="A0332C"/>
                </a:solidFill>
                <a:latin typeface="Microsoft YaHei"/>
              </a:rPr>
              <a:t>越来越多的小人被造出来了！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A0332C"/>
                </a:solidFill>
                <a:latin typeface="Microsoft YaHei"/>
              </a:rPr>
              <a:t>女娲娘娘 · 人类之母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Microsoft YaHei"/>
              </a:rPr>
              <a:t>Mother Nüwa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2800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103120"/>
            <a:ext cx="4206240" cy="4206240"/>
          </a:xfrm>
          <a:prstGeom prst="ellipse">
            <a:avLst/>
          </a:prstGeom>
          <a:solidFill>
            <a:srgbClr val="FFE09A"/>
          </a:solidFill>
          <a:ln w="38100">
            <a:solidFill>
              <a:srgbClr val="E8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0">
                <a:latin typeface="Segoe UI Emoji"/>
              </a:rPr>
              <a:t>💗👩‍🦰🧒🧒🧒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82880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Calibri"/>
              </a:rPr>
              <a:t>Nüwa was a great mother to all people.</a:t>
            </a:r>
          </a:p>
          <a:p>
            <a:pPr algn="l"/>
            <a:r>
              <a:rPr sz="2400" b="1">
                <a:solidFill>
                  <a:srgbClr val="1F4E79"/>
                </a:solidFill>
                <a:latin typeface="Calibri"/>
              </a:rPr>
              <a:t>She loved us and kept us safe.</a:t>
            </a:r>
          </a:p>
          <a:p>
            <a:pPr algn="l"/>
            <a:r>
              <a:rPr sz="2400" b="1">
                <a:solidFill>
                  <a:srgbClr val="1F4E79"/>
                </a:solidFill>
                <a:latin typeface="Calibri"/>
              </a:rPr>
              <a:t>That is why Chinese people call her</a:t>
            </a:r>
          </a:p>
          <a:p>
            <a:pPr algn="l"/>
            <a:r>
              <a:rPr sz="2400" b="1">
                <a:solidFill>
                  <a:srgbClr val="1F4E79"/>
                </a:solidFill>
                <a:latin typeface="Calibri"/>
              </a:rPr>
              <a:t>"Mother Nüwa."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11480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A0332C"/>
                </a:solidFill>
                <a:latin typeface="Microsoft YaHei"/>
              </a:rPr>
              <a:t>女娲是所有人类的伟大母亲。</a:t>
            </a:r>
          </a:p>
          <a:p>
            <a:pPr algn="l"/>
            <a:r>
              <a:rPr sz="2400" b="1">
                <a:solidFill>
                  <a:srgbClr val="A0332C"/>
                </a:solidFill>
                <a:latin typeface="Microsoft YaHei"/>
              </a:rPr>
              <a:t>她爱我们，保护我们。</a:t>
            </a:r>
          </a:p>
          <a:p>
            <a:pPr algn="l"/>
            <a:r>
              <a:rPr sz="2400" b="1">
                <a:solidFill>
                  <a:srgbClr val="A0332C"/>
                </a:solidFill>
                <a:latin typeface="Microsoft YaHei"/>
              </a:rPr>
              <a:t>这就是为什么中国人叫她</a:t>
            </a:r>
          </a:p>
          <a:p>
            <a:pPr algn="l"/>
            <a:r>
              <a:rPr sz="2400" b="1">
                <a:solidFill>
                  <a:srgbClr val="A0332C"/>
                </a:solidFill>
                <a:latin typeface="Microsoft YaHei"/>
              </a:rPr>
              <a:t>“女娲娘娘”。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914400"/>
            <a:ext cx="914400" cy="914400"/>
          </a:xfrm>
          <a:prstGeom prst="ellipse">
            <a:avLst/>
          </a:prstGeom>
          <a:solidFill>
            <a:srgbClr val="7AB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5486400"/>
            <a:ext cx="914400" cy="9144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5486400"/>
            <a:ext cx="914400" cy="914400"/>
          </a:xfrm>
          <a:prstGeom prst="ellipse">
            <a:avLst/>
          </a:prstGeom>
          <a:solidFill>
            <a:srgbClr val="FF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70248" y="109728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>
                <a:latin typeface="Segoe UI Emoji"/>
              </a:rPr>
              <a:t>🌟🙏🌟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A0332C"/>
                </a:solidFill>
                <a:latin typeface="Microsoft YaHei"/>
              </a:rPr>
              <a:t>谢谢聆听！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805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F4E79"/>
                </a:solidFill>
                <a:latin typeface="Microsoft YaHei"/>
              </a:rPr>
              <a:t>Thank you for listening!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332A1F"/>
                </a:solidFill>
                <a:latin typeface="Microsoft YaHei"/>
              </a:rPr>
              <a:t>Any questions?  ·  有什么问题吗？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